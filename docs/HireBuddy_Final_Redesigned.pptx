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TRACK • AGENTIC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HireBuddy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prompt. Relevant jobs. Verified next steps.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938528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job discovery and application preparation for blind and low-vision job seekers in Malaysia.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95360" y="1874520"/>
            <a:ext cx="2926080" cy="3246120"/>
          </a:xfrm>
          <a:prstGeom prst="roundRect">
            <a:avLst>
              <a:gd name="adj" fmla="val 5625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267004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suitable work that fits my skills, travel, pay and accessibility needs.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5157216"/>
            <a:ext cx="1874520" cy="320040"/>
          </a:xfrm>
          <a:prstGeom prst="roundRect">
            <a:avLst>
              <a:gd name="adj" fmla="val 28571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52075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WEB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5157216"/>
            <a:ext cx="2240280" cy="320040"/>
          </a:xfrm>
          <a:prstGeom prst="roundRect">
            <a:avLst>
              <a:gd name="adj" fmla="val 28571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520750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+ MCP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5157216"/>
            <a:ext cx="2834640" cy="320040"/>
          </a:xfrm>
          <a:prstGeom prst="roundRect">
            <a:avLst>
              <a:gd name="adj" fmla="val 28571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5207508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BEFORE DELIVER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AND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prompt captures the user’s requirements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job search must respect practical needs—not just match keywords.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1938528"/>
            <a:ext cx="6400800" cy="3429000"/>
          </a:xfrm>
          <a:prstGeom prst="roundRect">
            <a:avLst>
              <a:gd name="adj" fmla="val 4800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854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NADIA • SAMPLE JOB SEEKER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660904"/>
            <a:ext cx="5715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“I’m blind and use NVDA. I live in Subang Jaya and take the LRT. I worked in customer service, speak English and Malay, and need weekday work from 9 to 5, at least RM12/hour. Phone interviews please.”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0" y="19568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USER REQUIREMENTS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2377440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2478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96528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• NVDA screen reader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980944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3081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96528" y="30723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Subang Jaya • LRT access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584448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36850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96528" y="3675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 • bilingual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4187952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42885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96528" y="4279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Weekdays • 9 AM–5 PM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791456"/>
            <a:ext cx="4133088" cy="512064"/>
          </a:xfrm>
          <a:prstGeom prst="roundRect">
            <a:avLst>
              <a:gd name="adj" fmla="val 32143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48920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and contact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4882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RM12/hr • phone preferred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HireBuddy finds, checks and prepares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searches external listings; HireBuddy evaluates and prepares verified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request and save the job-seeker profile.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89504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054096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54096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searches JobStreet, Indeed, Hiredly or Maukerja.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0056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12080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5376672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76672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pay, sight-dependent tasks, skills, shifts and accessibility.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42632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534656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7699248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99248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suitable matches and application drafts with open questions.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65208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857232" y="2130552"/>
            <a:ext cx="2148840" cy="3154680"/>
          </a:xfrm>
          <a:prstGeom prst="roundRect">
            <a:avLst>
              <a:gd name="adj" fmla="val 7660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21824" y="2340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0021824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21824" y="3438144"/>
            <a:ext cx="1801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checks, flag problems, retry where possible and return the log.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5614416"/>
            <a:ext cx="10927080" cy="512064"/>
          </a:xfrm>
          <a:prstGeom prst="roundRect">
            <a:avLst>
              <a:gd name="adj" fmla="val 32143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733288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listings → recommendations and drafts only. No automatic application submission or interview booking.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runs HireBuddy’s verified workflow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roles are separate, and each result has a clear owner.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3182112" cy="3337560"/>
          </a:xfrm>
          <a:prstGeom prst="roundRect">
            <a:avLst>
              <a:gd name="adj" fmla="val 5172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7824" y="2944368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8346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/ MCP client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" y="3474720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external job sites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7824" y="4005072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8953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HireBuddy steps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98848" y="2048256"/>
            <a:ext cx="3182112" cy="3337560"/>
          </a:xfrm>
          <a:prstGeom prst="roundRect">
            <a:avLst>
              <a:gd name="adj" fmla="val 5172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HIREBUDDY AGENT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36592" y="2944368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28346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 and calls tools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36592" y="3474720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job suitability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36592" y="4005072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8953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Verifies and fixes problems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57616" y="2048256"/>
            <a:ext cx="3182112" cy="3337560"/>
          </a:xfrm>
          <a:prstGeom prst="roundRect">
            <a:avLst>
              <a:gd name="adj" fmla="val 5172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7928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OUTPUTS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95360" y="2944368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87384" y="28346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Suitable job matches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95360" y="3474720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87384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drafts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95360" y="4005072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7384" y="38953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application email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95360" y="4535424"/>
            <a:ext cx="86868" cy="86868"/>
          </a:xfrm>
          <a:prstGeom prst="ellipse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87384" y="44256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results and run log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50208" y="34381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36" name="Text 34"/>
          <p:cNvSpPr/>
          <p:nvPr/>
        </p:nvSpPr>
        <p:spPr>
          <a:xfrm>
            <a:off x="7799832" y="34381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37" name="Shape 35"/>
          <p:cNvSpPr/>
          <p:nvPr/>
        </p:nvSpPr>
        <p:spPr>
          <a:xfrm>
            <a:off x="658368" y="5669280"/>
            <a:ext cx="10863072" cy="502920"/>
          </a:xfrm>
          <a:prstGeom prst="roundRect">
            <a:avLst>
              <a:gd name="adj" fmla="val 32727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788152"/>
            <a:ext cx="10424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Deployment: public Render web app  •  WorkBuddy bridge  •  optional Telegram hand-off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AND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checks for WorkBuddy-supplied listings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checks always run; five more conditions are covered by the external-listing checks.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965960"/>
            <a:ext cx="3657600" cy="3621024"/>
          </a:xfrm>
          <a:prstGeom prst="roundRect">
            <a:avLst>
              <a:gd name="adj" fmla="val 4545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49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761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Profile saved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34015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Jobs checked successfully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77824" y="47091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apply even when no external listings are supplied.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17136" y="1965960"/>
            <a:ext cx="7004304" cy="3621024"/>
          </a:xfrm>
          <a:prstGeom prst="roundRect">
            <a:avLst>
              <a:gd name="adj" fmla="val 4545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2199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EXTERNAL LISTINGS ARE PROVIDED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91456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270662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supplied listing is reviewed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227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320954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jobs meet legal and requested pay AND do not require sight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371246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Suitable listings have drafts covering unanswered questions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4233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421538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Drafts ask about screen-reader support unless already confirmed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4718304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application is sent to external employers automatically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5824728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total code-level checks — the wage and sight conditions are combined into one check.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6C0"/>
          </a:solidFill>
          <a:ln w="12700">
            <a:solidFill>
              <a:srgbClr val="38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EXECUTION AND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workflow—not just the website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62456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the actual WorkBuddy execution, the resulting drafts, and the verification log.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09960" cy="0"/>
          </a:xfrm>
          <a:prstGeom prst="line">
            <a:avLst/>
          </a:prstGeom>
          <a:noFill/>
          <a:ln w="12700">
            <a:solidFill>
              <a:srgbClr val="34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ANDERSEN'S HELL KITCHEN  •  SWINBURNE UNIVERSITY OF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47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965960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94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26464" y="21396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6464" y="25694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Nadia’s job requirements.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7064" y="1965960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194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31736" y="21396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31736" y="25694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searches listings and calls HireBuddy.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3511296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7398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26464" y="36850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6464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matches qualify and why others are excluded.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27064" y="3511296"/>
            <a:ext cx="5285232" cy="1307592"/>
          </a:xfrm>
          <a:prstGeom prst="roundRect">
            <a:avLst>
              <a:gd name="adj" fmla="val 12587"/>
            </a:avLst>
          </a:prstGeom>
          <a:solidFill>
            <a:srgbClr val="1B2A43"/>
          </a:solidFill>
          <a:ln w="12700">
            <a:solidFill>
              <a:srgbClr val="1B2A4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37398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8D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31736" y="36850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1736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application drafts, selected email and verification log.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67528"/>
            <a:ext cx="10835640" cy="612648"/>
          </a:xfrm>
          <a:prstGeom prst="roundRect">
            <a:avLst>
              <a:gd name="adj" fmla="val 26866"/>
            </a:avLst>
          </a:prstGeom>
          <a:solidFill>
            <a:srgbClr val="223653"/>
          </a:solidFill>
          <a:ln w="12700">
            <a:solidFill>
              <a:srgbClr val="22365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504688"/>
            <a:ext cx="10378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claim: verified job matches and prepared applications—not automatically submitted applications or booked interviews.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615391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hirebuddy-k543.onrender.com   •   github.com/Josan88/job-buddy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HireBuddy — Verified job search workflow</dc:title>
  <dc:subject>HireBuddy WorkBuddy Track pitch</dc:subject>
  <dc:creator>Andersen's Hell Kitchen</dc:creator>
  <cp:lastModifiedBy>Andersen's Hell Kitchen</cp:lastModifiedBy>
  <cp:revision>1</cp:revision>
  <dcterms:created xsi:type="dcterms:W3CDTF">2026-10-10T21:25:55Z</dcterms:created>
  <dcterms:modified xsi:type="dcterms:W3CDTF">2026-10-10T21:25:55Z</dcterms:modified>
</cp:coreProperties>
</file>