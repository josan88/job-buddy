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svg" ContentType="image/svg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2.xml" ContentType="application/vnd.openxmlformats-officedocument.presentationml.slide+xml"/>
  <Override PartName="/ppt/presentation.xml" ContentType="application/vnd.openxmlformats-officedocument.presentationml.presentation.main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slideMasters/slideMaster1.xml" ContentType="application/vnd.openxmlformats-officedocument.presentationml.slideMaster+xml"/>
  <Override PartName="/ppt/slides/slide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"1.0" encoding="UTF-8" standalone="yes"?><Relationships xmlns="http://schemas.openxmlformats.org/package/2006/relationships"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Relationship Id="rId2" Type="http://schemas.openxmlformats.org/officeDocument/2006/relationships/extended-properties" Target="docProps/app.xml" /><Relationship Id="rId3" Type="http://schemas.openxmlformats.org/officeDocument/2006/relationships/custom-properties" Target="docProps/custom.xml" 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firstSlideNum="1">
  <p:sldMasterIdLst>
    <p:sldMasterId id="2147483648" r:id="rId0"/>
  </p:sldMasterIdLst>
  <p:notesMasterIdLst>
    <p:notesMasterId r:id="rId6"/>
  </p:notesMasterIdLst>
  <p:sldIdLst>
    <p:sldId id="256" r:id="rId1"/>
    <p:sldId id="257" r:id="rId2"/>
    <p:sldId id="258" r:id="rId3"/>
    <p:sldId id="259" r:id="rId4"/>
    <p:sldId id="260" r:id="rId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0" Type="http://schemas.openxmlformats.org/officeDocument/2006/relationships/slideMaster" Target="slideMasters/slideMaster1.xml" /><Relationship Id="rId1" Type="http://schemas.openxmlformats.org/officeDocument/2006/relationships/slide" Target="slides/slide1.xml" /><Relationship Id="rId2" Type="http://schemas.openxmlformats.org/officeDocument/2006/relationships/slide" Target="slides/slide2.xml" /><Relationship Id="rId5" Type="http://schemas.openxmlformats.org/officeDocument/2006/relationships/slide" Target="slides/slide5.xml" /><Relationship Id="rId3" Type="http://schemas.openxmlformats.org/officeDocument/2006/relationships/slide" Target="slides/slide3.xml" /><Relationship Id="rId4" Type="http://schemas.openxmlformats.org/officeDocument/2006/relationships/slide" Target="slides/slide4.xml" /><Relationship Id="rId6" Type="http://schemas.openxmlformats.org/officeDocument/2006/relationships/notesMaster" Target="notesMasters/notesMaster1.xml" /><Relationship Id="rId7" Type="http://schemas.openxmlformats.org/officeDocument/2006/relationships/presProps" Target="presProps.xml" /><Relationship Id="rId8" Type="http://schemas.openxmlformats.org/officeDocument/2006/relationships/tableStyles" Target="tableStyles.xml" /><Relationship Id="rId9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 /><Relationship Id="rId0" Type="http://schemas.openxmlformats.org/officeDocument/2006/relationships/slideLayout" Target="../slideLayouts/slideLayout1.xml" 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.svg" /></Relationships>
</file>

<file path=ppt/slides/_rels/slide4.xml.rels><?xml version="1.0" encoding="UTF-8" standalone="yes"?><Relationships xmlns="http://schemas.openxmlformats.org/package/2006/relationships"><Relationship Id="rId2" Type="http://schemas.openxmlformats.org/officeDocument/2006/relationships/image" Target="media/image3.svg" /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2.svg" /></Relationships>
</file>

<file path=ppt/slides/_rels/slide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2" Type="http://schemas.openxmlformats.org/officeDocument/2006/relationships/hyperlink" Target="https://github.com/Josan88/job-buddy" TargetMode="External"/><Relationship Id="rId1" Type="http://schemas.openxmlformats.org/officeDocument/2006/relationships/image" Target="media/image4.svg" /><Relationship Id="rId3" Type="http://schemas.openxmlformats.org/officeDocument/2006/relationships/image" Target="media/image5.svg" /><Relationship Id="rId4" Type="http://schemas.openxmlformats.org/officeDocument/2006/relationships/hyperlink" Target="https://hirebuddy-k543.onrender.com" TargetMode="External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F172A"/>
              </a:gs>
              <a:gs pos="100000">
                <a:srgbClr val="1E293B"/>
              </a:gs>
            </a:gsLst>
            <a:lin ang="270000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3" name=""/>
          <p:cNvSpPr/>
          <p:nvPr/>
        </p:nvSpPr>
        <p:spPr>
          <a:xfrm rot="0" flipH="0" flipV="0">
            <a:off x="0" y="0"/>
            <a:ext cx="57150" cy="6858000"/>
          </a:xfrm>
          <a:prstGeom prst="rect">
            <a:avLst/>
          </a:prstGeom>
          <a:gradFill>
            <a:gsLst>
              <a:gs pos="0">
                <a:srgbClr val="3B82F6"/>
              </a:gs>
              <a:gs pos="100000">
                <a:srgbClr val="10B981"/>
              </a:gs>
            </a:gsLst>
            <a:lin ang="540000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4" name="" descr="{&quot;isTemplate&quot;:true,&quot;type&quot;:&quot;text&quot;}"/>
          <p:cNvSpPr txBox="1"/>
          <p:nvPr/>
        </p:nvSpPr>
        <p:spPr>
          <a:xfrm rot="0" flipH="0" flipV="0">
            <a:off x="762000" y="1714500"/>
            <a:ext cx="9525000" cy="1114425"/>
          </a:xfrm>
          <a:prstGeom prst="rect"/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en-US" sz="6600" b="1" spc="-150">
                <a:solidFill>
                  <a:srgbClr val="3B82F6"/>
                </a:solidFill>
                <a:latin typeface="Microsoft YaHei"/>
                <a:ea typeface="Microsoft YaHei"/>
              </a:rPr>
              <a:t>HireBuddy</a:t>
            </a:r>
            <a:endParaRPr/>
          </a:p>
        </p:txBody>
      </p:sp>
      <p:sp>
        <p:nvSpPr>
          <p:cNvPr id="5" name="" descr="{&quot;isTemplate&quot;:true,&quot;type&quot;:&quot;text&quot;}"/>
          <p:cNvSpPr txBox="1"/>
          <p:nvPr/>
        </p:nvSpPr>
        <p:spPr>
          <a:xfrm rot="0" flipH="0" flipV="0">
            <a:off x="762000" y="3095625"/>
            <a:ext cx="9525000" cy="4572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2100" b="1">
                <a:solidFill>
                  <a:srgbClr val="F1F5F9"/>
                </a:solidFill>
                <a:latin typeface="Microsoft YaHei"/>
                <a:ea typeface="Microsoft YaHei"/>
              </a:rPr>
              <a:t>One sentence in. Three verified interviews out.</a:t>
            </a:r>
            <a:endParaRPr/>
          </a:p>
        </p:txBody>
      </p:sp>
      <p:sp>
        <p:nvSpPr>
          <p:cNvPr id="6" name="" descr="{&quot;isTemplate&quot;:true,&quot;type&quot;:&quot;text&quot;}"/>
          <p:cNvSpPr txBox="1"/>
          <p:nvPr/>
        </p:nvSpPr>
        <p:spPr>
          <a:xfrm rot="0" flipH="0" flipV="0">
            <a:off x="762000" y="3819525"/>
            <a:ext cx="9525000" cy="8096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1650">
                <a:solidFill>
                  <a:srgbClr val="94A3B8"/>
                </a:solidFill>
                <a:latin typeface="Microsoft YaHei"/>
                <a:ea typeface="Microsoft YaHei"/>
              </a:rPr>
              <a:t>In Malaysia, a blind job seeker must check transit, screen reader support, and interview format before every application. Every job board leaves that work to them.</a:t>
            </a:r>
            <a:endParaRPr/>
          </a:p>
        </p:txBody>
      </p:sp>
      <p:sp>
        <p:nvSpPr>
          <p:cNvPr id="7" name="" descr="{&quot;isTemplate&quot;:true,&quot;type&quot;:&quot;text&quot;}"/>
          <p:cNvSpPr txBox="1"/>
          <p:nvPr/>
        </p:nvSpPr>
        <p:spPr>
          <a:xfrm rot="0" flipH="0" flipV="0">
            <a:off x="762000" y="6505575"/>
            <a:ext cx="6762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475569"/>
                </a:solidFill>
                <a:latin typeface="Microsoft YaHei"/>
                <a:ea typeface="Microsoft YaHei"/>
              </a:rPr>
              <a:t>HireBuddy</a:t>
            </a:r>
            <a:endParaRPr/>
          </a:p>
        </p:txBody>
      </p:sp>
      <p:sp>
        <p:nvSpPr>
          <p:cNvPr id="8" name="" descr="{&quot;isTemplate&quot;:true,&quot;type&quot;:&quot;text&quot;}"/>
          <p:cNvSpPr txBox="1"/>
          <p:nvPr/>
        </p:nvSpPr>
        <p:spPr>
          <a:xfrm rot="0" flipH="0" flipV="0">
            <a:off x="10972800" y="650557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475569"/>
                </a:solidFill>
                <a:latin typeface="Microsoft YaHei"/>
                <a:ea typeface="Microsoft YaHei"/>
              </a:rPr>
              <a:t>01 / 05</a:t>
            </a:r>
            <a:endParaRPr/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p>
            <a:pPr/>
            <a:endParaRPr/>
          </a:p>
        </p:txBody>
      </p:sp>
      <p:sp>
        <p:nvSpPr>
          <p:cNvPr id="11" name="" descr="{&quot;isTemplate&quot;:true,&quot;type&quot;:&quot;text&quot;}"/>
          <p:cNvSpPr txBox="1"/>
          <p:nvPr/>
        </p:nvSpPr>
        <p:spPr>
          <a:xfrm rot="0" flipH="0" flipV="0">
            <a:off x="571500" y="361950"/>
            <a:ext cx="110490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700" b="1">
                <a:solidFill>
                  <a:srgbClr val="3B82F6"/>
                </a:solidFill>
                <a:latin typeface="Microsoft YaHei"/>
                <a:ea typeface="Microsoft YaHei"/>
              </a:rPr>
              <a:t>One Prompt</a:t>
            </a:r>
            <a:endParaRPr/>
          </a:p>
        </p:txBody>
      </p:sp>
      <p:sp>
        <p:nvSpPr>
          <p:cNvPr id="12" name=""/>
          <p:cNvSpPr/>
          <p:nvPr/>
        </p:nvSpPr>
        <p:spPr>
          <a:xfrm rot="0" flipH="0" flipV="0">
            <a:off x="571500" y="2428875"/>
            <a:ext cx="6858000" cy="2381250"/>
          </a:xfrm>
          <a:custGeom>
            <a:pathLst>
              <a:path w="720" h="250">
                <a:moveTo>
                  <a:pt x="0" y="0"/>
                </a:moveTo>
                <a:lnTo>
                  <a:pt x="4" y="0"/>
                </a:lnTo>
                <a:lnTo>
                  <a:pt x="4" y="250"/>
                </a:lnTo>
                <a:lnTo>
                  <a:pt x="0" y="250"/>
                </a:ln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p>
            <a:pPr/>
            <a:endParaRPr/>
          </a:p>
        </p:txBody>
      </p:sp>
      <p:sp>
        <p:nvSpPr>
          <p:cNvPr id="13" name="" descr="{&quot;isTemplate&quot;:true,&quot;type&quot;:&quot;text&quot;}"/>
          <p:cNvSpPr txBox="1"/>
          <p:nvPr/>
        </p:nvSpPr>
        <p:spPr>
          <a:xfrm rot="0" flipH="0" flipV="0">
            <a:off x="838200" y="2428875"/>
            <a:ext cx="6591300" cy="23812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1950" i="1">
                <a:solidFill>
                  <a:srgbClr val="F1F5F9"/>
                </a:solidFill>
                <a:latin typeface="Microsoft YaHei"/>
                <a:ea typeface="Microsoft YaHei"/>
              </a:rPr>
              <a:t>"I'm Nadia Rahim. I'm blind and use NVDA. I live in Subang Jaya and take the LRT. I did customer service calls at a bank hotline for a year and type fast in English and Malay. Free weekdays 9am to 5pm, at least RM12 an hour, phone interviews please."</a:t>
            </a:r>
            <a:endParaRPr/>
          </a:p>
        </p:txBody>
      </p:sp>
      <p:sp>
        <p:nvSpPr>
          <p:cNvPr id="14" name="" descr="{&quot;isTemplate&quot;:true,&quot;type&quot;:&quot;text&quot;}"/>
          <p:cNvSpPr txBox="1"/>
          <p:nvPr/>
        </p:nvSpPr>
        <p:spPr>
          <a:xfrm rot="0" flipH="0" flipV="0">
            <a:off x="7810500" y="2333625"/>
            <a:ext cx="3810000" cy="7620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650">
                <a:solidFill>
                  <a:srgbClr val="94A3B8"/>
                </a:solidFill>
                <a:latin typeface="Microsoft YaHei"/>
                <a:ea typeface="Microsoft YaHei"/>
              </a:rPr>
              <a:t>That's everything she types. She doesn't answer any more questions.</a:t>
            </a:r>
            <a:endParaRPr/>
          </a:p>
        </p:txBody>
      </p:sp>
      <p:sp>
        <p:nvSpPr>
          <p:cNvPr id="15" name=""/>
          <p:cNvSpPr/>
          <p:nvPr/>
        </p:nvSpPr>
        <p:spPr>
          <a:xfrm rot="0" flipH="0" flipV="0">
            <a:off x="7810500" y="3390900"/>
            <a:ext cx="76200" cy="76200"/>
          </a:xfrm>
          <a:custGeom>
            <a:pathLst>
              <a:path w="8" h="8">
                <a:moveTo>
                  <a:pt x="4" y="0"/>
                </a:moveTo>
                <a:lnTo>
                  <a:pt x="4" y="0"/>
                </a:lnTo>
                <a:cubicBezTo>
                  <a:pt x="6" y="0"/>
                  <a:pt x="8" y="2"/>
                  <a:pt x="8" y="4"/>
                </a:cubicBezTo>
                <a:lnTo>
                  <a:pt x="8" y="4"/>
                </a:lnTo>
                <a:cubicBezTo>
                  <a:pt x="8" y="6"/>
                  <a:pt x="6" y="8"/>
                  <a:pt x="4" y="8"/>
                </a:cubicBezTo>
                <a:lnTo>
                  <a:pt x="4" y="8"/>
                </a:lnTo>
                <a:cubicBezTo>
                  <a:pt x="2" y="8"/>
                  <a:pt x="0" y="6"/>
                  <a:pt x="0" y="4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p>
            <a:pPr/>
            <a:endParaRPr/>
          </a:p>
        </p:txBody>
      </p:sp>
      <p:sp>
        <p:nvSpPr>
          <p:cNvPr id="16" name="" descr="{&quot;isTemplate&quot;:true,&quot;type&quot;:&quot;text&quot;}"/>
          <p:cNvSpPr txBox="1"/>
          <p:nvPr/>
        </p:nvSpPr>
        <p:spPr>
          <a:xfrm rot="0" flipH="0" flipV="0">
            <a:off x="8001000" y="3324225"/>
            <a:ext cx="14287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F1F5F9"/>
                </a:solidFill>
                <a:latin typeface="Microsoft YaHei"/>
                <a:ea typeface="Microsoft YaHei"/>
              </a:rPr>
              <a:t>Blind, uses NVDA</a:t>
            </a:r>
            <a:endParaRPr/>
          </a:p>
        </p:txBody>
      </p:sp>
      <p:sp>
        <p:nvSpPr>
          <p:cNvPr id="17" name=""/>
          <p:cNvSpPr/>
          <p:nvPr/>
        </p:nvSpPr>
        <p:spPr>
          <a:xfrm rot="0" flipH="0" flipV="0">
            <a:off x="7810500" y="3733800"/>
            <a:ext cx="76200" cy="76200"/>
          </a:xfrm>
          <a:custGeom>
            <a:pathLst>
              <a:path w="8" h="8">
                <a:moveTo>
                  <a:pt x="4" y="0"/>
                </a:moveTo>
                <a:lnTo>
                  <a:pt x="4" y="0"/>
                </a:lnTo>
                <a:cubicBezTo>
                  <a:pt x="6" y="0"/>
                  <a:pt x="8" y="2"/>
                  <a:pt x="8" y="4"/>
                </a:cubicBezTo>
                <a:lnTo>
                  <a:pt x="8" y="4"/>
                </a:lnTo>
                <a:cubicBezTo>
                  <a:pt x="8" y="6"/>
                  <a:pt x="6" y="8"/>
                  <a:pt x="4" y="8"/>
                </a:cubicBezTo>
                <a:lnTo>
                  <a:pt x="4" y="8"/>
                </a:lnTo>
                <a:cubicBezTo>
                  <a:pt x="2" y="8"/>
                  <a:pt x="0" y="6"/>
                  <a:pt x="0" y="4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p>
            <a:pPr/>
            <a:endParaRPr/>
          </a:p>
        </p:txBody>
      </p:sp>
      <p:sp>
        <p:nvSpPr>
          <p:cNvPr id="18" name="" descr="{&quot;isTemplate&quot;:true,&quot;type&quot;:&quot;text&quot;}"/>
          <p:cNvSpPr txBox="1"/>
          <p:nvPr/>
        </p:nvSpPr>
        <p:spPr>
          <a:xfrm rot="0" flipH="0" flipV="0">
            <a:off x="8001000" y="3667125"/>
            <a:ext cx="14954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F1F5F9"/>
                </a:solidFill>
                <a:latin typeface="Microsoft YaHei"/>
                <a:ea typeface="Microsoft YaHei"/>
              </a:rPr>
              <a:t>Subang Jaya / LRT</a:t>
            </a:r>
            <a:endParaRPr/>
          </a:p>
        </p:txBody>
      </p:sp>
      <p:sp>
        <p:nvSpPr>
          <p:cNvPr id="19" name=""/>
          <p:cNvSpPr/>
          <p:nvPr/>
        </p:nvSpPr>
        <p:spPr>
          <a:xfrm rot="0" flipH="0" flipV="0">
            <a:off x="7810500" y="4076700"/>
            <a:ext cx="76200" cy="76200"/>
          </a:xfrm>
          <a:custGeom>
            <a:pathLst>
              <a:path w="8" h="8">
                <a:moveTo>
                  <a:pt x="4" y="0"/>
                </a:moveTo>
                <a:lnTo>
                  <a:pt x="4" y="0"/>
                </a:lnTo>
                <a:cubicBezTo>
                  <a:pt x="6" y="0"/>
                  <a:pt x="8" y="2"/>
                  <a:pt x="8" y="4"/>
                </a:cubicBezTo>
                <a:lnTo>
                  <a:pt x="8" y="4"/>
                </a:lnTo>
                <a:cubicBezTo>
                  <a:pt x="8" y="6"/>
                  <a:pt x="6" y="8"/>
                  <a:pt x="4" y="8"/>
                </a:cubicBezTo>
                <a:lnTo>
                  <a:pt x="4" y="8"/>
                </a:lnTo>
                <a:cubicBezTo>
                  <a:pt x="2" y="8"/>
                  <a:pt x="0" y="6"/>
                  <a:pt x="0" y="4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p>
            <a:pPr/>
            <a:endParaRPr/>
          </a:p>
        </p:txBody>
      </p:sp>
      <p:sp>
        <p:nvSpPr>
          <p:cNvPr id="20" name="" descr="{&quot;isTemplate&quot;:true,&quot;type&quot;:&quot;text&quot;}"/>
          <p:cNvSpPr txBox="1"/>
          <p:nvPr/>
        </p:nvSpPr>
        <p:spPr>
          <a:xfrm rot="0" flipH="0" flipV="0">
            <a:off x="8001000" y="4010025"/>
            <a:ext cx="15621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F1F5F9"/>
                </a:solidFill>
                <a:latin typeface="Microsoft YaHei"/>
                <a:ea typeface="Microsoft YaHei"/>
              </a:rPr>
              <a:t>RM12/hr minimum</a:t>
            </a:r>
            <a:endParaRPr/>
          </a:p>
        </p:txBody>
      </p:sp>
      <p:sp>
        <p:nvSpPr>
          <p:cNvPr id="21" name=""/>
          <p:cNvSpPr/>
          <p:nvPr/>
        </p:nvSpPr>
        <p:spPr>
          <a:xfrm rot="0" flipH="0" flipV="0">
            <a:off x="7810500" y="4419600"/>
            <a:ext cx="76200" cy="76200"/>
          </a:xfrm>
          <a:custGeom>
            <a:pathLst>
              <a:path w="8" h="8">
                <a:moveTo>
                  <a:pt x="4" y="0"/>
                </a:moveTo>
                <a:lnTo>
                  <a:pt x="4" y="0"/>
                </a:lnTo>
                <a:cubicBezTo>
                  <a:pt x="6" y="0"/>
                  <a:pt x="8" y="2"/>
                  <a:pt x="8" y="4"/>
                </a:cubicBezTo>
                <a:lnTo>
                  <a:pt x="8" y="4"/>
                </a:lnTo>
                <a:cubicBezTo>
                  <a:pt x="8" y="6"/>
                  <a:pt x="6" y="8"/>
                  <a:pt x="4" y="8"/>
                </a:cubicBezTo>
                <a:lnTo>
                  <a:pt x="4" y="8"/>
                </a:lnTo>
                <a:cubicBezTo>
                  <a:pt x="2" y="8"/>
                  <a:pt x="0" y="6"/>
                  <a:pt x="0" y="4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p>
            <a:pPr/>
            <a:endParaRPr/>
          </a:p>
        </p:txBody>
      </p:sp>
      <p:sp>
        <p:nvSpPr>
          <p:cNvPr id="22" name="" descr="{&quot;isTemplate&quot;:true,&quot;type&quot;:&quot;text&quot;}"/>
          <p:cNvSpPr txBox="1"/>
          <p:nvPr/>
        </p:nvSpPr>
        <p:spPr>
          <a:xfrm rot="0" flipH="0" flipV="0">
            <a:off x="8001000" y="4352925"/>
            <a:ext cx="14097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F1F5F9"/>
                </a:solidFill>
                <a:latin typeface="Microsoft YaHei"/>
                <a:ea typeface="Microsoft YaHei"/>
              </a:rPr>
              <a:t>Phone interviews</a:t>
            </a:r>
            <a:endParaRPr/>
          </a:p>
        </p:txBody>
      </p:sp>
      <p:sp>
        <p:nvSpPr>
          <p:cNvPr id="23" name=""/>
          <p:cNvSpPr/>
          <p:nvPr/>
        </p:nvSpPr>
        <p:spPr>
          <a:xfrm rot="0" flipH="0" flipV="0">
            <a:off x="7810500" y="4762500"/>
            <a:ext cx="76200" cy="76200"/>
          </a:xfrm>
          <a:custGeom>
            <a:pathLst>
              <a:path w="8" h="8">
                <a:moveTo>
                  <a:pt x="4" y="0"/>
                </a:moveTo>
                <a:lnTo>
                  <a:pt x="4" y="0"/>
                </a:lnTo>
                <a:cubicBezTo>
                  <a:pt x="6" y="0"/>
                  <a:pt x="8" y="2"/>
                  <a:pt x="8" y="4"/>
                </a:cubicBezTo>
                <a:lnTo>
                  <a:pt x="8" y="4"/>
                </a:lnTo>
                <a:cubicBezTo>
                  <a:pt x="8" y="6"/>
                  <a:pt x="6" y="8"/>
                  <a:pt x="4" y="8"/>
                </a:cubicBezTo>
                <a:lnTo>
                  <a:pt x="4" y="8"/>
                </a:lnTo>
                <a:cubicBezTo>
                  <a:pt x="2" y="8"/>
                  <a:pt x="0" y="6"/>
                  <a:pt x="0" y="4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close/>
              </a:path>
            </a:pathLst>
          </a:custGeom>
          <a:solidFill>
            <a:srgbClr val="10B981"/>
          </a:solidFill>
          <a:ln/>
        </p:spPr>
        <p:txBody>
          <a:bodyPr/>
          <a:p>
            <a:pPr/>
            <a:endParaRPr/>
          </a:p>
        </p:txBody>
      </p:sp>
      <p:sp>
        <p:nvSpPr>
          <p:cNvPr id="24" name="" descr="{&quot;isTemplate&quot;:true,&quot;type&quot;:&quot;text&quot;}"/>
          <p:cNvSpPr txBox="1"/>
          <p:nvPr/>
        </p:nvSpPr>
        <p:spPr>
          <a:xfrm rot="0" flipH="0" flipV="0">
            <a:off x="8001000" y="4695825"/>
            <a:ext cx="13620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F1F5F9"/>
                </a:solidFill>
                <a:latin typeface="Microsoft YaHei"/>
                <a:ea typeface="Microsoft YaHei"/>
              </a:rPr>
              <a:t>Weekdays 9 to 5</a:t>
            </a:r>
            <a:endParaRPr/>
          </a:p>
        </p:txBody>
      </p:sp>
      <p:sp>
        <p:nvSpPr>
          <p:cNvPr id="25" name="" descr="{&quot;isTemplate&quot;:true,&quot;type&quot;:&quot;text&quot;}"/>
          <p:cNvSpPr txBox="1"/>
          <p:nvPr/>
        </p:nvSpPr>
        <p:spPr>
          <a:xfrm rot="0" flipH="0" flipV="0">
            <a:off x="571500" y="6505575"/>
            <a:ext cx="6762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475569"/>
                </a:solidFill>
                <a:latin typeface="Microsoft YaHei"/>
                <a:ea typeface="Microsoft YaHei"/>
              </a:rPr>
              <a:t>HireBuddy</a:t>
            </a:r>
            <a:endParaRPr/>
          </a:p>
        </p:txBody>
      </p:sp>
      <p:sp>
        <p:nvSpPr>
          <p:cNvPr id="26" name="" descr="{&quot;isTemplate&quot;:true,&quot;type&quot;:&quot;text&quot;}"/>
          <p:cNvSpPr txBox="1"/>
          <p:nvPr/>
        </p:nvSpPr>
        <p:spPr>
          <a:xfrm rot="0" flipH="0" flipV="0">
            <a:off x="11163300" y="650557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475569"/>
                </a:solidFill>
                <a:latin typeface="Microsoft YaHei"/>
                <a:ea typeface="Microsoft YaHei"/>
              </a:rPr>
              <a:t>02 / 05</a:t>
            </a:r>
            <a:endParaRPr/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2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p>
            <a:pPr/>
            <a:endParaRPr/>
          </a:p>
        </p:txBody>
      </p:sp>
      <p:sp>
        <p:nvSpPr>
          <p:cNvPr id="29" name="" descr="{&quot;isTemplate&quot;:true,&quot;type&quot;:&quot;text&quot;}"/>
          <p:cNvSpPr txBox="1"/>
          <p:nvPr/>
        </p:nvSpPr>
        <p:spPr>
          <a:xfrm rot="0" flipH="0" flipV="0">
            <a:off x="571500" y="361950"/>
            <a:ext cx="110490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700" b="1">
                <a:solidFill>
                  <a:srgbClr val="3B82F6"/>
                </a:solidFill>
                <a:latin typeface="Microsoft YaHei"/>
                <a:ea typeface="Microsoft YaHei"/>
              </a:rPr>
              <a:t>Why It's an Agent</a:t>
            </a:r>
            <a:endParaRPr/>
          </a:p>
        </p:txBody>
      </p:sp>
      <p:sp>
        <p:nvSpPr>
          <p:cNvPr id="30" name="" descr="{&quot;isTemplate&quot;:true,&quot;type&quot;:&quot;text&quot;}"/>
          <p:cNvSpPr txBox="1"/>
          <p:nvPr/>
        </p:nvSpPr>
        <p:spPr>
          <a:xfrm rot="0" flipH="0" flipV="0">
            <a:off x="571500" y="1914525"/>
            <a:ext cx="3048000" cy="8096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1650">
                <a:solidFill>
                  <a:srgbClr val="F1F5F9"/>
                </a:solidFill>
                <a:latin typeface="Microsoft YaHei"/>
                <a:ea typeface="Microsoft YaHei"/>
              </a:rPr>
              <a:t>Every tool returns a result or a list of problems.</a:t>
            </a:r>
            <a:endParaRPr/>
          </a:p>
        </p:txBody>
      </p:sp>
      <p:sp>
        <p:nvSpPr>
          <p:cNvPr id="31" name="" descr="{&quot;isTemplate&quot;:true,&quot;type&quot;:&quot;text&quot;}"/>
          <p:cNvSpPr txBox="1"/>
          <p:nvPr/>
        </p:nvSpPr>
        <p:spPr>
          <a:xfrm rot="0" flipH="0" flipV="0">
            <a:off x="571500" y="2914650"/>
            <a:ext cx="3048000" cy="8096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1650">
                <a:solidFill>
                  <a:srgbClr val="94A3B8"/>
                </a:solidFill>
                <a:latin typeface="Microsoft YaHei"/>
                <a:ea typeface="Microsoft YaHei"/>
              </a:rPr>
              <a:t>The agent fixes them and tries again.</a:t>
            </a:r>
            <a:endParaRPr/>
          </a:p>
        </p:txBody>
      </p:sp>
      <p:sp>
        <p:nvSpPr>
          <p:cNvPr id="32" name="" descr="{&quot;isTemplate&quot;:true,&quot;type&quot;:&quot;text&quot;}"/>
          <p:cNvSpPr txBox="1"/>
          <p:nvPr/>
        </p:nvSpPr>
        <p:spPr>
          <a:xfrm rot="0" flipH="0" flipV="0">
            <a:off x="571500" y="3914775"/>
            <a:ext cx="3048000" cy="8096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1650">
                <a:solidFill>
                  <a:srgbClr val="94A3B8"/>
                </a:solidFill>
                <a:latin typeface="Microsoft YaHei"/>
                <a:ea typeface="Microsoft YaHei"/>
              </a:rPr>
              <a:t>LLM or rule-based planner. Same checks.</a:t>
            </a:r>
            <a:endParaRPr/>
          </a:p>
        </p:txBody>
      </p:sp>
      <p:sp>
        <p:nvSpPr>
          <p:cNvPr id="33" name="" descr="{&quot;isTemplate&quot;:true,&quot;type&quot;:&quot;text&quot;}"/>
          <p:cNvSpPr txBox="1"/>
          <p:nvPr/>
        </p:nvSpPr>
        <p:spPr>
          <a:xfrm rot="0" flipH="0" flipV="0">
            <a:off x="571500" y="4914900"/>
            <a:ext cx="3048000" cy="4095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650" b="1">
                <a:solidFill>
                  <a:srgbClr val="3B82F6"/>
                </a:solidFill>
                <a:latin typeface="Microsoft YaHei"/>
                <a:ea typeface="Microsoft YaHei"/>
              </a:rPr>
              <a:t>Can't stop halfway.</a:t>
            </a:r>
            <a:endParaRPr/>
          </a:p>
        </p:txBody>
      </p:sp>
      <p:pic>
        <p:nvPicPr>
          <p:cNvPr id="3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4000500" y="1333500"/>
            <a:ext cx="7620000" cy="4572000"/>
          </a:xfrm>
          <a:prstGeom prst="rect">
            <a:avLst/>
          </a:prstGeom>
          <a:ln/>
        </p:spPr>
      </p:pic>
      <p:sp>
        <p:nvSpPr>
          <p:cNvPr id="35" name="" descr="{&quot;isTemplate&quot;:true,&quot;type&quot;:&quot;text&quot;}"/>
          <p:cNvSpPr txBox="1"/>
          <p:nvPr/>
        </p:nvSpPr>
        <p:spPr>
          <a:xfrm rot="0" flipH="0" flipV="0">
            <a:off x="571500" y="6505575"/>
            <a:ext cx="6762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475569"/>
                </a:solidFill>
                <a:latin typeface="Microsoft YaHei"/>
                <a:ea typeface="Microsoft YaHei"/>
              </a:rPr>
              <a:t>HireBuddy</a:t>
            </a:r>
            <a:endParaRPr/>
          </a:p>
        </p:txBody>
      </p:sp>
      <p:sp>
        <p:nvSpPr>
          <p:cNvPr id="36" name="" descr="{&quot;isTemplate&quot;:true,&quot;type&quot;:&quot;text&quot;}"/>
          <p:cNvSpPr txBox="1"/>
          <p:nvPr/>
        </p:nvSpPr>
        <p:spPr>
          <a:xfrm rot="0" flipH="0" flipV="0">
            <a:off x="11163300" y="650557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475569"/>
                </a:solidFill>
                <a:latin typeface="Microsoft YaHei"/>
                <a:ea typeface="Microsoft YaHei"/>
              </a:rPr>
              <a:t>03 / 05</a:t>
            </a:r>
            <a:endParaRPr/>
          </a:p>
        </p:txBody>
      </p:sp>
    </p:spTree>
  </p:cSld>
</p:sld>
</file>

<file path=ppt/slides/slide4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37" name="" descr="&lt;Slide style={{ width: '1280px', height: '720px', background: '#0F172A', padding: '20px 60px 20px 60px', justifyContent: 'space-between' }}&gt;&#10;  &lt;Box style={{ height: '80px', justifyContent: 'center' }}&gt;&#10;    &lt;Text style={{ fontSize: 36, fontWeight: 'bold', color: '#3B82F6' }}&gt;Proof&lt;/Text&gt;&#10;  &lt;/Box&gt;&#10;  &lt;Box style={{ height: '520px', flexDirection: 'column', gap: '20px' }}&gt;&#10;    &lt;Box style={{ flexDirection: 'row', gap: '40px', height: '360px' }}&gt;&#10;      &lt;Box style={{ width: '620px', flexDirection: 'column', gap: '16px', justifyContent: 'center' }}&gt;&#10;        &lt;Box style={{ flexDirection: 'row', gap: '16px', alignItems: 'center' }}&gt;&#10;          &lt;FAIcon name='check-circle' style={{ fill: '#10B981', width: 40, height: 40 }} /&gt;&#10;          &lt;Text style={{ fontSize: 72, fontWeight: 'bold', color: '#10B981', lineHeight: 1.0 }}&gt;25/25&lt;/Text&gt;&#10;        &lt;/Box&gt;&#10;        &lt;Text style={{ fontSize: 22, color: '#F1F5F9', lineHeight: 1.5 }}&gt;verification checks pass for Nadia&lt;/Text&gt;&#10;        &lt;Text style={{ fontSize: 18, color: '#94A3B8', lineHeight: 1.5 }}&gt;Goal, Plan, Tools, Verify, Fix, Deliver&lt;/Text&gt;&#10;      &lt;/Box&gt;&#10;      &lt;Box style={{ width: '500px', flexDirection: 'column', gap: '32px', justifyContent: 'center' }}&gt;&#10;        &lt;Box style={{ flexDirection: 'column', gap: '8px' }}&gt;&#10;          &lt;Box style={{ flexDirection: 'row', gap: '12px', alignItems: 'center' }}&gt;&#10;            &lt;FAIcon name='check-circle' style={{ fill: '#3B82F6', width: 28, height: 28 }} /&gt;&#10;            &lt;Text style={{ fontSize: 40, fontWeight: 'bold', color: '#3B82F6', lineHeight: 1.1 }}&gt;WCAG 2.2 AA&lt;/Text&gt;&#10;          &lt;/Box&gt;&#10;          &lt;Text style={{ fontSize: 18, color: '#94A3B8', lineHeight: 1.4, paddingLeft: '40px' }}&gt;AAA contrast (7:1), skip links, keyboard nav&lt;/Text&gt;&#10;        &lt;/Box&gt;&#10;        &lt;Box style={{ flexDirection: 'column', gap: '8px' }}&gt;&#10;          &lt;Box style={{ flexDirection: 'row', gap: '12px', alignItems: 'center' }}&gt;&#10;            &lt;FAIcon name='check-circle' style={{ fill: '#3B82F6', width: 28, height: 28 }} /&gt;&#10;            &lt;Text style={{ fontSize: 40, fontWeight: 'bold', color: '#3B82F6', lineHeight: 1.1 }}&gt;RM8.72/hr&lt;/Text&gt;&#10;          &lt;/Box&gt;&#10;          &lt;Text style={{ fontSize: 18, color: '#94A3B8', lineHeight: 1.4, paddingLeft: '40px' }}&gt;refuses illegal pay from both sides&lt;/Text&gt;&#10;        &lt;/Box&gt;&#10;      &lt;/Box&gt;&#10;    &lt;/Box&gt;&#10;    &lt;Box style={{ height: '140px', borderTop: '2px solid #1E293B', paddingTop: '24px', flexDirection: 'column', gap: '12px', justifyContent: 'center' }}&gt;&#10;      &lt;Text style={{ fontSize: 24, color: '#F1F5F9', lineHeight: 1.4, fontWeight: 'bold' }}&gt;One sentence in. Three interviews booked and verified.&lt;/Text&gt;&#10;      &lt;Text style={{ fontSize: 24, color: '#3B82F6', lineHeight: 1.4, fontWeight: 'bold' }}&gt;HireBuddy: work that gets done.&lt;/Text&gt;&#10;    &lt;/Box&gt;&#10;  &lt;/Box&gt;&#10;  &lt;Box style={{ height: '40px', flexDirection: 'row', justifyContent: 'space-between', alignItems: 'flex-end' }}&gt;&#10;    &lt;Text style={{ fontSize: 14, color: '#475569' }}&gt;HireBuddy&lt;/Text&gt;&#10;    &lt;Text style={{ fontSize: 14, color: '#475569' }}&gt;04 / 05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p/>
        </p:txBody>
      </p:sp>
      <p:sp>
        <p:nvSpPr>
          <p:cNvPr id="39" name="" descr="{&quot;isTemplate&quot;:true,&quot;type&quot;:&quot;text&quot;}"/>
          <p:cNvSpPr txBox="1"/>
          <p:nvPr/>
        </p:nvSpPr>
        <p:spPr>
          <a:xfrm rot="0" flipH="0" flipV="0">
            <a:off x="571500" y="361950"/>
            <a:ext cx="110490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700" b="1">
                <a:solidFill>
                  <a:srgbClr val="3B82F6"/>
                </a:solidFill>
                <a:latin typeface="Microsoft YaHei"/>
                <a:ea typeface="Microsoft YaHei"/>
              </a:rPr>
              <a:t>Proof</a:t>
            </a:r>
            <a:endParaRPr/>
          </a:p>
        </p:txBody>
      </p:sp>
      <p:pic>
        <p:nvPicPr>
          <p:cNvPr id="4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571500" y="2171700"/>
            <a:ext cx="381000" cy="381000"/>
          </a:xfrm>
          <a:prstGeom prst="rect">
            <a:avLst/>
          </a:prstGeom>
          <a:ln/>
        </p:spPr>
      </p:pic>
      <p:sp>
        <p:nvSpPr>
          <p:cNvPr id="41" name="" descr="{&quot;isTemplate&quot;:true,&quot;type&quot;:&quot;text&quot;}"/>
          <p:cNvSpPr txBox="1"/>
          <p:nvPr/>
        </p:nvSpPr>
        <p:spPr>
          <a:xfrm rot="0" flipH="0" flipV="0">
            <a:off x="1104900" y="1943100"/>
            <a:ext cx="2019300" cy="8286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5400" b="1">
                <a:solidFill>
                  <a:srgbClr val="10B981"/>
                </a:solidFill>
                <a:latin typeface="Microsoft YaHei"/>
                <a:ea typeface="Microsoft YaHei"/>
              </a:rPr>
              <a:t>25/25</a:t>
            </a:r>
            <a:endParaRPr/>
          </a:p>
        </p:txBody>
      </p:sp>
      <p:sp>
        <p:nvSpPr>
          <p:cNvPr id="42" name="" descr="{&quot;isTemplate&quot;:true,&quot;type&quot;:&quot;text&quot;}"/>
          <p:cNvSpPr txBox="1"/>
          <p:nvPr/>
        </p:nvSpPr>
        <p:spPr>
          <a:xfrm rot="0" flipH="0" flipV="0">
            <a:off x="571500" y="2924175"/>
            <a:ext cx="5905500" cy="3810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650">
                <a:solidFill>
                  <a:srgbClr val="F1F5F9"/>
                </a:solidFill>
                <a:latin typeface="Microsoft YaHei"/>
                <a:ea typeface="Microsoft YaHei"/>
              </a:rPr>
              <a:t>verification checks pass for Nadia</a:t>
            </a:r>
            <a:endParaRPr/>
          </a:p>
        </p:txBody>
      </p:sp>
      <p:sp>
        <p:nvSpPr>
          <p:cNvPr id="43" name="" descr="{&quot;isTemplate&quot;:true,&quot;type&quot;:&quot;text&quot;}"/>
          <p:cNvSpPr txBox="1"/>
          <p:nvPr/>
        </p:nvSpPr>
        <p:spPr>
          <a:xfrm rot="0" flipH="0" flipV="0">
            <a:off x="571500" y="3457575"/>
            <a:ext cx="590550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350">
                <a:solidFill>
                  <a:srgbClr val="94A3B8"/>
                </a:solidFill>
                <a:latin typeface="Microsoft YaHei"/>
                <a:ea typeface="Microsoft YaHei"/>
              </a:rPr>
              <a:t>Goal, Plan, Tools, Verify, Fix, Deliver</a:t>
            </a:r>
            <a:endParaRPr/>
          </a:p>
        </p:txBody>
      </p:sp>
      <p:pic>
        <p:nvPicPr>
          <p:cNvPr id="4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6858000" y="1952625"/>
            <a:ext cx="266700" cy="266700"/>
          </a:xfrm>
          <a:prstGeom prst="rect">
            <a:avLst/>
          </a:prstGeom>
          <a:ln/>
        </p:spPr>
      </p:pic>
      <p:sp>
        <p:nvSpPr>
          <p:cNvPr id="45" name="" descr="{&quot;isTemplate&quot;:true,&quot;type&quot;:&quot;text&quot;}"/>
          <p:cNvSpPr txBox="1"/>
          <p:nvPr/>
        </p:nvSpPr>
        <p:spPr>
          <a:xfrm rot="0" flipH="0" flipV="0">
            <a:off x="7239000" y="1828800"/>
            <a:ext cx="2619375" cy="504825"/>
          </a:xfrm>
          <a:prstGeom prst="rect"/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en-US" sz="3000" b="1">
                <a:solidFill>
                  <a:srgbClr val="3B82F6"/>
                </a:solidFill>
                <a:latin typeface="Microsoft YaHei"/>
                <a:ea typeface="Microsoft YaHei"/>
              </a:rPr>
              <a:t>WCAG 2.2 AA</a:t>
            </a:r>
            <a:endParaRPr/>
          </a:p>
        </p:txBody>
      </p:sp>
      <p:sp>
        <p:nvSpPr>
          <p:cNvPr id="46" name="" descr="{&quot;isTemplate&quot;:true,&quot;type&quot;:&quot;text&quot;}"/>
          <p:cNvSpPr txBox="1"/>
          <p:nvPr/>
        </p:nvSpPr>
        <p:spPr>
          <a:xfrm rot="0" flipH="0" flipV="0">
            <a:off x="6858000" y="2409825"/>
            <a:ext cx="4762500" cy="295275"/>
          </a:xfrm>
          <a:prstGeom prst="rect"/>
        </p:spPr>
        <p:txBody>
          <a:bodyPr wrap="none" lIns="285750" tIns="0" rIns="0" bIns="0"/>
          <a:p>
            <a:pPr>
              <a:lnSpc>
                <a:spcPct val="140000"/>
              </a:lnSpc>
            </a:pPr>
            <a:r>
              <a:rPr lang="en-US" sz="1350">
                <a:solidFill>
                  <a:srgbClr val="94A3B8"/>
                </a:solidFill>
                <a:latin typeface="Microsoft YaHei"/>
                <a:ea typeface="Microsoft YaHei"/>
              </a:rPr>
              <a:t>AAA contrast (7:1), skip links, keyboard nav</a:t>
            </a:r>
            <a:endParaRPr/>
          </a:p>
        </p:txBody>
      </p:sp>
      <p:pic>
        <p:nvPicPr>
          <p:cNvPr id="4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6858000" y="3133725"/>
            <a:ext cx="266700" cy="266700"/>
          </a:xfrm>
          <a:prstGeom prst="rect">
            <a:avLst/>
          </a:prstGeom>
          <a:ln/>
        </p:spPr>
      </p:pic>
      <p:sp>
        <p:nvSpPr>
          <p:cNvPr id="48" name="" descr="{&quot;isTemplate&quot;:true,&quot;type&quot;:&quot;text&quot;}"/>
          <p:cNvSpPr txBox="1"/>
          <p:nvPr/>
        </p:nvSpPr>
        <p:spPr>
          <a:xfrm rot="0" flipH="0" flipV="0">
            <a:off x="7239000" y="3009900"/>
            <a:ext cx="2066925" cy="504825"/>
          </a:xfrm>
          <a:prstGeom prst="rect"/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en-US" sz="3000" b="1">
                <a:solidFill>
                  <a:srgbClr val="3B82F6"/>
                </a:solidFill>
                <a:latin typeface="Microsoft YaHei"/>
                <a:ea typeface="Microsoft YaHei"/>
              </a:rPr>
              <a:t>RM8.72/hr</a:t>
            </a:r>
            <a:endParaRPr/>
          </a:p>
        </p:txBody>
      </p:sp>
      <p:sp>
        <p:nvSpPr>
          <p:cNvPr id="49" name="" descr="{&quot;isTemplate&quot;:true,&quot;type&quot;:&quot;text&quot;}"/>
          <p:cNvSpPr txBox="1"/>
          <p:nvPr/>
        </p:nvSpPr>
        <p:spPr>
          <a:xfrm rot="0" flipH="0" flipV="0">
            <a:off x="6858000" y="3590925"/>
            <a:ext cx="4762500" cy="295275"/>
          </a:xfrm>
          <a:prstGeom prst="rect"/>
        </p:spPr>
        <p:txBody>
          <a:bodyPr wrap="none" lIns="285750" tIns="0" rIns="0" bIns="0"/>
          <a:p>
            <a:pPr>
              <a:lnSpc>
                <a:spcPct val="140000"/>
              </a:lnSpc>
            </a:pPr>
            <a:r>
              <a:rPr lang="en-US" sz="1350">
                <a:solidFill>
                  <a:srgbClr val="94A3B8"/>
                </a:solidFill>
                <a:latin typeface="Microsoft YaHei"/>
                <a:ea typeface="Microsoft YaHei"/>
              </a:rPr>
              <a:t>refuses illegal pay from both sides</a:t>
            </a:r>
            <a:endParaRPr/>
          </a:p>
        </p:txBody>
      </p:sp>
      <p:sp>
        <p:nvSpPr>
          <p:cNvPr id="50" name=""/>
          <p:cNvSpPr/>
          <p:nvPr/>
        </p:nvSpPr>
        <p:spPr>
          <a:xfrm rot="0" flipH="0" flipV="0">
            <a:off x="571500" y="4762500"/>
            <a:ext cx="11049000" cy="1333500"/>
          </a:xfrm>
          <a:custGeom>
            <a:pathLst>
              <a:path w="1160" h="140">
                <a:moveTo>
                  <a:pt x="0" y="0"/>
                </a:moveTo>
                <a:lnTo>
                  <a:pt x="1160" y="0"/>
                </a:lnTo>
                <a:lnTo>
                  <a:pt x="1160" y="2"/>
                </a:lnTo>
                <a:lnTo>
                  <a:pt x="0" y="2"/>
                </a:lnTo>
                <a:close/>
              </a:path>
            </a:pathLst>
          </a:custGeom>
          <a:solidFill>
            <a:srgbClr val="1E293B"/>
          </a:solidFill>
          <a:ln/>
        </p:spPr>
        <p:txBody>
          <a:bodyPr/>
          <a:p/>
        </p:txBody>
      </p:sp>
      <p:sp>
        <p:nvSpPr>
          <p:cNvPr id="51" name="" descr="{&quot;isTemplate&quot;:true,&quot;type&quot;:&quot;text&quot;}"/>
          <p:cNvSpPr txBox="1"/>
          <p:nvPr/>
        </p:nvSpPr>
        <p:spPr>
          <a:xfrm rot="0" flipH="0" flipV="0">
            <a:off x="571500" y="5105400"/>
            <a:ext cx="11049000" cy="3905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1800" b="1">
                <a:solidFill>
                  <a:srgbClr val="F1F5F9"/>
                </a:solidFill>
                <a:latin typeface="Microsoft YaHei"/>
                <a:ea typeface="Microsoft YaHei"/>
              </a:rPr>
              <a:t>One sentence in. Three interviews booked and verified.</a:t>
            </a:r>
            <a:endParaRPr/>
          </a:p>
        </p:txBody>
      </p:sp>
      <p:sp>
        <p:nvSpPr>
          <p:cNvPr id="52" name="" descr="{&quot;isTemplate&quot;:true,&quot;type&quot;:&quot;text&quot;}"/>
          <p:cNvSpPr txBox="1"/>
          <p:nvPr/>
        </p:nvSpPr>
        <p:spPr>
          <a:xfrm rot="0" flipH="0" flipV="0">
            <a:off x="571500" y="5610225"/>
            <a:ext cx="11049000" cy="3905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1800" b="1">
                <a:solidFill>
                  <a:srgbClr val="3B82F6"/>
                </a:solidFill>
                <a:latin typeface="Microsoft YaHei"/>
                <a:ea typeface="Microsoft YaHei"/>
              </a:rPr>
              <a:t>HireBuddy: work that gets done.</a:t>
            </a:r>
            <a:endParaRPr/>
          </a:p>
        </p:txBody>
      </p:sp>
      <p:sp>
        <p:nvSpPr>
          <p:cNvPr id="53" name="" descr="{&quot;isTemplate&quot;:true,&quot;type&quot;:&quot;text&quot;}"/>
          <p:cNvSpPr txBox="1"/>
          <p:nvPr/>
        </p:nvSpPr>
        <p:spPr>
          <a:xfrm rot="0" flipH="0" flipV="0">
            <a:off x="571500" y="6505575"/>
            <a:ext cx="6762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475569"/>
                </a:solidFill>
                <a:latin typeface="Microsoft YaHei"/>
                <a:ea typeface="Microsoft YaHei"/>
              </a:rPr>
              <a:t>HireBuddy</a:t>
            </a:r>
            <a:endParaRPr/>
          </a:p>
        </p:txBody>
      </p:sp>
      <p:sp>
        <p:nvSpPr>
          <p:cNvPr id="54" name="" descr="{&quot;isTemplate&quot;:true,&quot;type&quot;:&quot;text&quot;}"/>
          <p:cNvSpPr txBox="1"/>
          <p:nvPr/>
        </p:nvSpPr>
        <p:spPr>
          <a:xfrm rot="0" flipH="0" flipV="0">
            <a:off x="11163300" y="650557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475569"/>
                </a:solidFill>
                <a:latin typeface="Microsoft YaHei"/>
                <a:ea typeface="Microsoft YaHei"/>
              </a:rPr>
              <a:t>04 / 05</a:t>
            </a:r>
            <a:endParaRPr/>
          </a:p>
        </p:txBody>
      </p:sp>
    </p:spTree>
  </p:cSld>
</p:sld>
</file>

<file path=ppt/slides/slide5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55" name="" descr="&lt;Slide style={{ width: '1280px', height: '720px', background: '#0F172A', padding: '20px 60px 20px 60px', justifyContent: 'space-between' }}&gt;&#10;  &lt;Box style={{ height: '80px', justifyContent: 'center' }}&gt;&#10;    &lt;Text style={{ fontSize: 36, fontWeight: 'bold', color: '#3B82F6' }}&gt;Links&lt;/Text&gt;&#10;  &lt;/Box&gt;&#10;  &lt;Box style={{ height: '520px', flexDirection: 'column', justifyContent: 'center', alignItems: 'center', gap: '48px' }}&gt;&#10;    &lt;Text style={{ fontSize: 22, color: '#94A3B8' }}&gt;for Q&amp;A&lt;/Text&gt;&#10;    &lt;Box style={{ flexDirection: 'column', gap: '32px', alignItems: 'center' }}&gt;&#10;      &lt;Box style={{ flexDirection: 'row', gap: '16px', alignItems: 'center' }}&gt;&#10;        &lt;FAIcon name='file-text' style={{ fill: '#3B82F6', width: 28, height: 28 }} /&gt;&#10;        &lt;Text href=&quot;https://github.com/Josan88/job-buddy&quot; style={{ fontSize: 24, color: '#3B82F6', textDecoration: 'underline' }}&gt;github.com/Josan88/job-buddy&lt;/Text&gt;&#10;      &lt;/Box&gt;&#10;      &lt;Box style={{ flexDirection: 'row', gap: '16px', alignItems: 'center' }}&gt;&#10;        &lt;FAIcon name='arrow-right' style={{ fill: '#10B981', width: 28, height: 28 }} /&gt;&#10;        &lt;Text href=&quot;https://hirebuddy-k543.onrender.com&quot; style={{ fontSize: 24, color: '#10B981', textDecoration: 'underline' }}&gt;hirebuddy-k543.onrender.com&lt;/Text&gt;&#10;      &lt;/Box&gt;&#10;    &lt;/Box&gt;&#10;    &lt;Box style={{ marginTop: '40px' }}&gt;&#10;      &lt;Text style={{ fontSize: 20, color: '#475569' }}&gt;HireBuddy: work that gets done.&lt;/Text&gt;&#10;    &lt;/Box&gt;&#10;  &lt;/Box&gt;&#10;  &lt;Box style={{ height: '40px', flexDirection: 'row', justifyContent: 'space-between', alignItems: 'flex-end' }}&gt;&#10;    &lt;Text style={{ fontSize: 14, color: '#475569' }}&gt;HireBuddy&lt;/Text&gt;&#10;    &lt;Text style={{ fontSize: 14, color: '#475569' }}&gt;05 / 05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p/>
        </p:txBody>
      </p:sp>
      <p:sp>
        <p:nvSpPr>
          <p:cNvPr id="57" name="" descr="{&quot;isTemplate&quot;:true,&quot;type&quot;:&quot;text&quot;}"/>
          <p:cNvSpPr txBox="1"/>
          <p:nvPr/>
        </p:nvSpPr>
        <p:spPr>
          <a:xfrm rot="0" flipH="0" flipV="0">
            <a:off x="571500" y="361950"/>
            <a:ext cx="110490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700" b="1">
                <a:solidFill>
                  <a:srgbClr val="3B82F6"/>
                </a:solidFill>
                <a:latin typeface="Microsoft YaHei"/>
                <a:ea typeface="Microsoft YaHei"/>
              </a:rPr>
              <a:t>Links</a:t>
            </a:r>
            <a:endParaRPr/>
          </a:p>
        </p:txBody>
      </p:sp>
      <p:sp>
        <p:nvSpPr>
          <p:cNvPr id="58" name="" descr="{&quot;isTemplate&quot;:true,&quot;type&quot;:&quot;text&quot;}"/>
          <p:cNvSpPr txBox="1"/>
          <p:nvPr/>
        </p:nvSpPr>
        <p:spPr>
          <a:xfrm rot="0" flipH="0" flipV="0">
            <a:off x="5667375" y="2305050"/>
            <a:ext cx="8572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>
                <a:solidFill>
                  <a:srgbClr val="94A3B8"/>
                </a:solidFill>
                <a:latin typeface="Microsoft YaHei"/>
                <a:ea typeface="Microsoft YaHei"/>
              </a:rPr>
              <a:t>for Q&amp;A</a:t>
            </a:r>
            <a:endParaRPr/>
          </a:p>
        </p:txBody>
      </p:sp>
      <p:pic>
        <p:nvPicPr>
          <p:cNvPr id="5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4152900" y="3028950"/>
            <a:ext cx="266700" cy="266700"/>
          </a:xfrm>
          <a:prstGeom prst="rect">
            <a:avLst/>
          </a:prstGeom>
          <a:ln/>
        </p:spPr>
      </p:pic>
      <p:sp>
        <p:nvSpPr>
          <p:cNvPr id="60" name="" descr="{&quot;isTemplate&quot;:true,&quot;type&quot;:&quot;text&quot;}">
            <a:hlinkClick r:id="rId2"/>
          </p:cNvPr>
          <p:cNvSpPr txBox="1"/>
          <p:nvPr/>
        </p:nvSpPr>
        <p:spPr>
          <a:xfrm rot="0" flipH="0" flipV="0">
            <a:off x="4572000" y="3019425"/>
            <a:ext cx="34766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u="sng">
                <a:solidFill>
                  <a:srgbClr val="3B82F6"/>
                </a:solidFill>
                <a:latin typeface="Microsoft YaHei"/>
                <a:ea typeface="Microsoft YaHei"/>
                <a:hlinkClick r:id="rId2"/>
              </a:rPr>
              <a:t>github.com/Josan88/job-buddy</a:t>
            </a:r>
            <a:endParaRPr/>
          </a:p>
        </p:txBody>
      </p:sp>
      <p:pic>
        <p:nvPicPr>
          <p:cNvPr id="6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4238625" y="3609975"/>
            <a:ext cx="266700" cy="266700"/>
          </a:xfrm>
          <a:prstGeom prst="rect">
            <a:avLst/>
          </a:prstGeom>
          <a:ln/>
        </p:spPr>
      </p:pic>
      <p:sp>
        <p:nvSpPr>
          <p:cNvPr id="62" name="" descr="{&quot;isTemplate&quot;:true,&quot;type&quot;:&quot;text&quot;}">
            <a:hlinkClick r:id="rId4"/>
          </p:cNvPr>
          <p:cNvSpPr txBox="1"/>
          <p:nvPr/>
        </p:nvSpPr>
        <p:spPr>
          <a:xfrm rot="0" flipH="0" flipV="0">
            <a:off x="4657725" y="3600450"/>
            <a:ext cx="33147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u="sng">
                <a:solidFill>
                  <a:srgbClr val="10B981"/>
                </a:solidFill>
                <a:latin typeface="Microsoft YaHei"/>
                <a:ea typeface="Microsoft YaHei"/>
                <a:hlinkClick r:id="rId4"/>
              </a:rPr>
              <a:t>hirebuddy-k543.onrender.com</a:t>
            </a:r>
            <a:endParaRPr/>
          </a:p>
        </p:txBody>
      </p:sp>
      <p:sp>
        <p:nvSpPr>
          <p:cNvPr id="63" name="" descr="{&quot;isTemplate&quot;:true,&quot;type&quot;:&quot;text&quot;}"/>
          <p:cNvSpPr txBox="1"/>
          <p:nvPr/>
        </p:nvSpPr>
        <p:spPr>
          <a:xfrm rot="0" flipH="0" flipV="0">
            <a:off x="4619625" y="4714875"/>
            <a:ext cx="29527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>
                <a:solidFill>
                  <a:srgbClr val="475569"/>
                </a:solidFill>
                <a:latin typeface="Microsoft YaHei"/>
                <a:ea typeface="Microsoft YaHei"/>
              </a:rPr>
              <a:t>HireBuddy: work that gets done.</a:t>
            </a:r>
            <a:endParaRPr/>
          </a:p>
        </p:txBody>
      </p:sp>
      <p:sp>
        <p:nvSpPr>
          <p:cNvPr id="64" name="" descr="{&quot;isTemplate&quot;:true,&quot;type&quot;:&quot;text&quot;}"/>
          <p:cNvSpPr txBox="1"/>
          <p:nvPr/>
        </p:nvSpPr>
        <p:spPr>
          <a:xfrm rot="0" flipH="0" flipV="0">
            <a:off x="571500" y="6505575"/>
            <a:ext cx="6762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475569"/>
                </a:solidFill>
                <a:latin typeface="Microsoft YaHei"/>
                <a:ea typeface="Microsoft YaHei"/>
              </a:rPr>
              <a:t>HireBuddy</a:t>
            </a:r>
            <a:endParaRPr/>
          </a:p>
        </p:txBody>
      </p:sp>
      <p:sp>
        <p:nvSpPr>
          <p:cNvPr id="65" name="" descr="{&quot;isTemplate&quot;:true,&quot;type&quot;:&quot;text&quot;}"/>
          <p:cNvSpPr txBox="1"/>
          <p:nvPr/>
        </p:nvSpPr>
        <p:spPr>
          <a:xfrm rot="0" flipH="0" flipV="0">
            <a:off x="11163300" y="650557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475569"/>
                </a:solidFill>
                <a:latin typeface="Microsoft YaHei"/>
                <a:ea typeface="Microsoft YaHei"/>
              </a:rPr>
              <a:t>05 / 05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2026-10-11T01:17:10Z</dcterms:created>
  <dcterms:modified xsi:type="dcterms:W3CDTF">2026-10-11T01:17:10Z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{"AIGC":{"Label":"1","ContentProducer":"00119111010856365494821B355","ProduceID":"01a126c164667298a17dc893c23f4997","ReservedCode1":"","ContentPropagator":"00119111010856365494821B355","PropagateID":"01a126c164667298a17dc893c23f4997","ReservedCode2":""}}</vt:lpwstr>
  </property>
</Properties>
</file>