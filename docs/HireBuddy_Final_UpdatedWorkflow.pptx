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48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TRACK • AGENTIC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prompt. Relevant jobs. Verified next steps.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938528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job discovery and application preparation for blind and low-vision job seekers in Malaysia.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95360" y="1874520"/>
            <a:ext cx="2926080" cy="3246120"/>
          </a:xfrm>
          <a:prstGeom prst="roundRect">
            <a:avLst>
              <a:gd name="adj" fmla="val 5625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267004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suitable work that fits my skills, travel, pay and accessibility needs.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5157216"/>
            <a:ext cx="187452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2075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WEB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5157216"/>
            <a:ext cx="224028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520750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+ MCP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5157216"/>
            <a:ext cx="283464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5207508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BEFORE DELIVER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AND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prompt captures the user’s requirements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job search must respect practical needs—not just match keywords.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1938528"/>
            <a:ext cx="6400800" cy="3429000"/>
          </a:xfrm>
          <a:prstGeom prst="roundRect">
            <a:avLst>
              <a:gd name="adj" fmla="val 4800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854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NADIA • SAMPLE JOB SEEKER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660904"/>
            <a:ext cx="5715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“I’m blind and use NVDA. I live in Subang Jaya and take the LRT. I worked in customer service, speak English and Malay, and need weekday work from 9 to 5, at least RM12/hour. Phone interviews please.”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0" y="19568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USER REQUIREMENTS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2377440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2478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96528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• NVDA screen reader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980944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3081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96528" y="30723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Subang Jaya • LRT 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584448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3685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96528" y="3675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 • bilingual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4187952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42885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96528" y="4279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Weekdays • 9 AM–5 PM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791456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48920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and contact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4882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RM12/hr • phone preferred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HireBuddy finds, checks and prepares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external listings; HireBuddy evaluates and prepares verified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request and save the job-seeker profile.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89504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054096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54096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</a:t>
            </a:r>
            <a:r>
              <a:rPr lang="en-US" sz="1300" dirty="0" err="1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JobStreet</a:t>
            </a: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Indeed, </a:t>
            </a:r>
            <a:r>
              <a:rPr lang="en-US" sz="1300" dirty="0" err="1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Hiredly</a:t>
            </a: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 </a:t>
            </a:r>
            <a:r>
              <a:rPr lang="en-US" sz="1300" dirty="0" err="1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Maukerja</a:t>
            </a: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suitable jobs, assessing pay, skills, shifts and accessibility.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0056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12080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20" name="Text 18"/>
          <p:cNvSpPr/>
          <p:nvPr/>
        </p:nvSpPr>
        <p:spPr>
          <a:xfrm>
            <a:off x="5376672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376672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</a:rPr>
              <a:t>PREPARE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suitable matches.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42632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534656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25" name="Text 23"/>
          <p:cNvSpPr/>
          <p:nvPr/>
        </p:nvSpPr>
        <p:spPr>
          <a:xfrm>
            <a:off x="7699248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7699248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99248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</a:rPr>
              <a:t>Verify job requirements against the job-seeker profile, determine suitability.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65208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857232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0" name="Text 28"/>
          <p:cNvSpPr/>
          <p:nvPr/>
        </p:nvSpPr>
        <p:spPr>
          <a:xfrm>
            <a:off x="10021824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0021824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</a:rPr>
              <a:t>DELIVER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21824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the application email after the job-seeker selects the job and approves the email.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5614416"/>
            <a:ext cx="10927080" cy="512064"/>
          </a:xfrm>
          <a:prstGeom prst="roundRect">
            <a:avLst>
              <a:gd name="adj" fmla="val 32143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733288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listings → recommendations and drafts only. No automatic application submission or interview booking.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runs HireBuddy’s verified workflow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roles are separate, and each result has a clear owner.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7824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/ MCP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external job sites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7824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HireBuddy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98848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 AGENT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36592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and calls tools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36592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job suitability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36592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Verifies and fixes problems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57616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OUTPUTS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95360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87384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Suitable job matches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95360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8738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drafts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0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7384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application email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95360" y="4535424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87384" y="44256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results and run log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50208" y="34381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36" name="Text 34"/>
          <p:cNvSpPr/>
          <p:nvPr/>
        </p:nvSpPr>
        <p:spPr>
          <a:xfrm>
            <a:off x="7799832" y="34381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37" name="Shape 35"/>
          <p:cNvSpPr/>
          <p:nvPr/>
        </p:nvSpPr>
        <p:spPr>
          <a:xfrm>
            <a:off x="658368" y="5669280"/>
            <a:ext cx="10863072" cy="502920"/>
          </a:xfrm>
          <a:prstGeom prst="roundRect">
            <a:avLst>
              <a:gd name="adj" fmla="val 32727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788152"/>
            <a:ext cx="10424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Deployment: public Render web app  •  WorkBuddy bridge  •  optional Telegram hand-off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checks for WorkBuddy-supplied listings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checks always run; five more conditions are covered by the external-listing checks.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965960"/>
            <a:ext cx="3657600" cy="3621024"/>
          </a:xfrm>
          <a:prstGeom prst="roundRect">
            <a:avLst>
              <a:gd name="adj" fmla="val 4545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49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761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Profile saved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34015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Jobs checked successfully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7824" y="47091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apply even when no external listings are supplied.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17136" y="1965960"/>
            <a:ext cx="7004304" cy="3621024"/>
          </a:xfrm>
          <a:prstGeom prst="roundRect">
            <a:avLst>
              <a:gd name="adj" fmla="val 4545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2199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EXTERNAL LISTINGS ARE PROVIDED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91456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270662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supplied listing is reviewed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227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320954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jobs meet legal and requested pay AND do not require sight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371246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Suitable listings have drafts covering unanswered questions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4233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421538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Drafts ask about screen-reader support unless already confirmed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471830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application is sent to external employers automatically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5824728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total code-level checks — the wage and sight conditions are combined into one check.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EXECUTION AND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workflow—not just the website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the actual WorkBuddy execution, the resulting drafts, and the verification log.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965960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94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26464" y="21396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25694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Nadia’s job requirements.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1965960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194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31736" y="21396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1736" y="25694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listings and calls HireBuddy.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511296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398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26464" y="3685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6464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matches qualify and why others are excluded.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27064" y="3511296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7398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31736" y="3685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1736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application drafts, selected email and verification log.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67528"/>
            <a:ext cx="10835640" cy="612648"/>
          </a:xfrm>
          <a:prstGeom prst="roundRect">
            <a:avLst>
              <a:gd name="adj" fmla="val 26866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504688"/>
            <a:ext cx="10378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claim: verified job matches and prepared applications—not automatically submitted applications or booked interviews.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615391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hirebuddy-k543.onrender.com   •   github.com/Josan88/job-buddy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637</Words>
  <Application>Microsoft Office PowerPoint</Application>
  <PresentationFormat>Widescreen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HireBuddy — Verified job search workflow</dc:title>
  <dc:subject>HireBuddy WorkBuddy Track pitch</dc:subject>
  <dc:creator>Andersen's Hell Kitchen</dc:creator>
  <cp:lastModifiedBy>ACER</cp:lastModifiedBy>
  <cp:revision>2</cp:revision>
  <dcterms:created xsi:type="dcterms:W3CDTF">2026-10-10T21:25:55Z</dcterms:created>
  <dcterms:modified xsi:type="dcterms:W3CDTF">2026-10-10T22:08:42Z</dcterms:modified>
</cp:coreProperties>
</file>